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7" r:id="rId4"/>
    <p:sldId id="264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8431"/>
    <a:srgbClr val="F5BD47"/>
    <a:srgbClr val="E01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D124C-DCB1-D04F-ADCA-E3FBEF9F247E}" v="62" dt="2025-12-04T00:50:53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5"/>
    <p:restoredTop sz="94702"/>
  </p:normalViewPr>
  <p:slideViewPr>
    <p:cSldViewPr snapToGrid="0">
      <p:cViewPr varScale="1">
        <p:scale>
          <a:sx n="98" d="100"/>
          <a:sy n="98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AEE08-1990-5945-8F38-C8E418ED3B12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D4342-A295-DB4A-9DCB-E15DC14C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3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D285-14D3-C157-28BA-E036250BA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2555D-9138-AD14-20B8-7E332A5D4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58342-6C34-7EA2-387E-CF408FC1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5EDC7-70CB-682E-2AD5-A2C67320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6B1D-ABC6-4766-0C4F-83DC0E23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9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8373-6E3D-896D-C167-495E868C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9DE6-A217-7C63-0930-D7C8FE1FE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35A-3FB8-DF0D-821A-2362F2AD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813F7-BC38-60EA-7B58-A76F945A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CBD7C-FA66-D171-9930-828FECD7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7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B47C-5CBE-20B3-E55E-E5D87F9F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F5A0A-1F9B-1390-66CD-0F12A4891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DDAC-9E1C-360F-B269-BDD3E49A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BDD08-68B1-813C-9F54-F4AE8C5F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85A3A-32F0-C3D7-7326-7FB2A0A8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9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9C3C-15DC-E505-C906-3DEF8E0E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25754-6AAF-FB5B-6CAD-B8722B7D4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7423C-0078-2873-FD9B-B92CC3E89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6856C-00A9-D4EB-EA6C-2AC0FD68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1E741-B1C8-2654-1D1F-6749A9CCE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4C9B3-88D9-8CED-C4DD-DA18A17B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1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A0F0-AD93-7453-4211-68414021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1B14F-59BD-1580-C2B9-A2493CECC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67ABB-4D57-4AA8-D04F-7E6734852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682E8-A499-51B1-B1BE-CF5576D65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9AE2D-396F-6E14-4570-9B882EB59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FB012-4290-E349-59DD-182F8175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0548D-3652-E866-0CC8-1C7CB696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0E2CE-F25B-E295-C7D7-8E7297AC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4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7688-CB81-2B2C-E241-4DD7AFE1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05C41-B9CA-7EE8-6C66-3BB408E1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83C10-B9FD-9134-0A5F-67481779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0C5A-9143-417E-52E7-3BA8140B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7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F951D2-409B-0624-2749-429FF67B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826CB-C563-0851-E196-EE9F7677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AEAAE-59A7-7824-4840-FFA4EA83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31B1-8667-AADF-5427-2192E3CF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1306-50C9-6D86-9FA6-5F561DB6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9949-5ACD-C251-7CCC-4AC0FD1BB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77EBD-8B38-BDE2-70DC-280C1838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13CA7-AAD8-B9D6-9F28-4AFA1BEB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00590-35C0-2771-452F-B77D6499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48CC-A975-AD11-9A26-F37FE344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037F0-B46C-5408-56F3-58093E79D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DDD39-4F12-BD44-488E-7A1800D64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CAE7A-21B7-8019-B85D-94B456A4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09927-8C46-B7B4-D3EC-86A48640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CA837-F051-CC9C-4F62-F891B2BB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AABD-9128-3A37-892B-1D74AB28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E264-7BBA-BE18-271B-C189BD844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15B90-7F06-027C-71D6-895CA66C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76EB-D4A3-C4DD-616C-75C76C26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B9D0-5B9A-4B96-A7F7-DED87CF7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2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2BF87-F135-9DC5-A89A-51C203F16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68613-B74E-CB7E-B3E3-00D010659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667A0-DD7E-42C0-0049-E230248A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1FA78-956E-FF8E-6899-0F396B52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E50F1-72AB-75DA-4ABB-9B423374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AD091-DB52-49DD-6692-BB03E643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23905-5C25-A2C9-04C6-F5766873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7CE7-5BEB-3D26-2949-844792402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0E1B9-B8F8-7F4C-B32D-C10E45A3BD5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67DE-C0CC-AC3A-9866-EFA86AE2A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CB74-0CB8-7B17-507D-012076EF2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E8392-081C-5640-8000-143B2163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B1BE3-324A-8000-CCFF-7A75F966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184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Zonta Club of Naples Website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2F290-A508-DD68-F1B8-9E1054F7F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Emmanuela Fleurant</a:t>
            </a:r>
          </a:p>
        </p:txBody>
      </p:sp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6" name="Freeform: Shape 1045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8" name="Freeform: Shape 1047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BB34EA-0BAE-2AC3-4F85-8DD4E146C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4605" b="1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Freeform: Shape 1049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1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A52EC-74CF-94A3-9917-614AAAD7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5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FD-5198-3477-BF31-5AA90F1E4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current website is outdated and does not meet the needs of the club or its members.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create a simple and easy-to-use website for the Zonta Club of Naples. It should include the current pages on the website and a new feature/page which will include an E-Commerce, where users can buy merchandise and donate. The admin side should be able to be used without technical skills.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71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1E0A0-2978-83D1-9234-17F240B3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73D-32D5-905A-ED22-EE86A6D9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E6278-12F7-0A6A-5ED1-A7C8B329804C}"/>
              </a:ext>
            </a:extLst>
          </p:cNvPr>
          <p:cNvSpPr txBox="1"/>
          <p:nvPr/>
        </p:nvSpPr>
        <p:spPr>
          <a:xfrm>
            <a:off x="638881" y="192256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dirty="0"/>
              <a:t>Use case and sequence diagram</a:t>
            </a:r>
          </a:p>
        </p:txBody>
      </p:sp>
      <p:sp>
        <p:nvSpPr>
          <p:cNvPr id="41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D430326-9CD8-D089-D2C5-95796D6EC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346" y="2571968"/>
            <a:ext cx="5614416" cy="36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6595465-CF81-5C60-6CF3-65DBE44AD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501260"/>
            <a:ext cx="5397500" cy="433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773DD-EB39-59B5-FC90-720BD66BD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4FBB65-7CD4-3353-3885-F32825C74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DE1F2-DA0F-5513-209C-C29C09D6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5400" dirty="0">
                <a:solidFill>
                  <a:srgbClr val="E184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DFB99FD-33AC-BD3A-83D2-1B564299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F31F9-38EC-D986-FA90-4FD522DF110C}"/>
              </a:ext>
            </a:extLst>
          </p:cNvPr>
          <p:cNvSpPr txBox="1"/>
          <p:nvPr/>
        </p:nvSpPr>
        <p:spPr>
          <a:xfrm>
            <a:off x="1812011" y="2347553"/>
            <a:ext cx="1330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99005-D259-CC6A-9D55-BA555BF5D4EB}"/>
              </a:ext>
            </a:extLst>
          </p:cNvPr>
          <p:cNvSpPr txBox="1"/>
          <p:nvPr/>
        </p:nvSpPr>
        <p:spPr>
          <a:xfrm>
            <a:off x="4954772" y="2402771"/>
            <a:ext cx="2243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party software</a:t>
            </a:r>
          </a:p>
          <a:p>
            <a:pPr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(handle payments)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9FB70-229D-54BB-094C-895C4B01EAC6}"/>
              </a:ext>
            </a:extLst>
          </p:cNvPr>
          <p:cNvSpPr txBox="1"/>
          <p:nvPr/>
        </p:nvSpPr>
        <p:spPr>
          <a:xfrm>
            <a:off x="8659633" y="2347553"/>
            <a:ext cx="25918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 and Deployment</a:t>
            </a:r>
          </a:p>
          <a:p>
            <a:pPr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– Used for version Control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393722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8B7E0-0A29-4135-A31F-2116A41C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A25C2-BDCE-7B13-DD2E-5D07BC01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Outcomes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6870A-FD32-3A34-15F5-A0CBB586C590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https://github.com/emmafleurant/zonta-of-naples-website</a:t>
            </a:r>
          </a:p>
        </p:txBody>
      </p:sp>
    </p:spTree>
    <p:extLst>
      <p:ext uri="{BB962C8B-B14F-4D97-AF65-F5344CB8AC3E}">
        <p14:creationId xmlns:p14="http://schemas.microsoft.com/office/powerpoint/2010/main" val="313283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B78186-C18A-1133-B458-759793F6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6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138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Zonta Club of Naples Website </vt:lpstr>
      <vt:lpstr>Objectives</vt:lpstr>
      <vt:lpstr>Design</vt:lpstr>
      <vt:lpstr>Implementation </vt:lpstr>
      <vt:lpstr>Outcomes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Nehemie Fleurant</dc:creator>
  <cp:lastModifiedBy>Nehemie Fleurant</cp:lastModifiedBy>
  <cp:revision>3</cp:revision>
  <dcterms:created xsi:type="dcterms:W3CDTF">2025-12-03T18:59:40Z</dcterms:created>
  <dcterms:modified xsi:type="dcterms:W3CDTF">2025-12-05T03:08:26Z</dcterms:modified>
</cp:coreProperties>
</file>